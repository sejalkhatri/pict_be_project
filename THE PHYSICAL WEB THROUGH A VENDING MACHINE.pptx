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6" r:id="rId8"/>
    <p:sldId id="270" r:id="rId9"/>
    <p:sldId id="267" r:id="rId10"/>
    <p:sldId id="269" r:id="rId11"/>
    <p:sldId id="268" r:id="rId12"/>
    <p:sldId id="264" r:id="rId13"/>
    <p:sldId id="271" r:id="rId14"/>
    <p:sldId id="263" r:id="rId15"/>
    <p:sldId id="272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10/5/2016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 Physical Web </a:t>
            </a:r>
            <a:r>
              <a:rPr lang="en-US" dirty="0" smtClean="0"/>
              <a:t>with </a:t>
            </a:r>
            <a:r>
              <a:rPr lang="en-US" dirty="0" smtClean="0"/>
              <a:t>Vending Machine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AMRUTA </a:t>
            </a:r>
            <a:r>
              <a:rPr lang="en-US" dirty="0" smtClean="0"/>
              <a:t>RANADE</a:t>
            </a:r>
          </a:p>
          <a:p>
            <a:r>
              <a:rPr lang="en-US" dirty="0" smtClean="0"/>
              <a:t>SEJAL KHATRI</a:t>
            </a:r>
          </a:p>
          <a:p>
            <a:r>
              <a:rPr lang="en-US" dirty="0" smtClean="0"/>
              <a:t>KEVIN KAUL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62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 :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WHAT IS A VENDING MACHINE</a:t>
            </a:r>
            <a:r>
              <a:rPr lang="en-US" dirty="0" smtClean="0"/>
              <a:t>?</a:t>
            </a:r>
            <a:endParaRPr lang="en-US" dirty="0" smtClean="0"/>
          </a:p>
          <a:p>
            <a:r>
              <a:rPr lang="en-US" dirty="0" smtClean="0"/>
              <a:t>PROBLEMS.</a:t>
            </a:r>
          </a:p>
          <a:p>
            <a:r>
              <a:rPr lang="en-US" dirty="0" smtClean="0"/>
              <a:t>SOLUTIONS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ARCHITECTURAL DESIGN.</a:t>
            </a:r>
          </a:p>
          <a:p>
            <a:r>
              <a:rPr lang="en-US" dirty="0" smtClean="0"/>
              <a:t>HARDWARE AND SOFTWARE REQUIREMENTS.</a:t>
            </a:r>
            <a:endParaRPr lang="en-US" dirty="0" smtClean="0"/>
          </a:p>
          <a:p>
            <a:r>
              <a:rPr lang="en-US" dirty="0" smtClean="0"/>
              <a:t>STATE DIAGRAM.</a:t>
            </a:r>
            <a:endParaRPr lang="en-US" dirty="0" smtClean="0"/>
          </a:p>
          <a:p>
            <a:r>
              <a:rPr lang="en-US" dirty="0" smtClean="0"/>
              <a:t>WORK FLOW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CONCLUSION.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1559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Physical web is an open approach to enable quick and seamless interactions with physical objects and locations.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Everything is a tap away.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See what’s useful around you.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Any object or place can broadcast content.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174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vending machine?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/>
              <a:t>A vending machine is a machine that dispenses items </a:t>
            </a:r>
            <a:r>
              <a:rPr lang="en-US" sz="3200" dirty="0" smtClean="0"/>
              <a:t>such as</a:t>
            </a:r>
            <a:r>
              <a:rPr lang="en-US" sz="3200" dirty="0"/>
              <a:t> snacks, beverages to customers automatically, after the </a:t>
            </a:r>
            <a:r>
              <a:rPr lang="en-US" sz="3200" dirty="0" smtClean="0"/>
              <a:t>customer inserts </a:t>
            </a:r>
            <a:r>
              <a:rPr lang="en-US" sz="3200" dirty="0"/>
              <a:t>currency or credit into the machine. </a:t>
            </a:r>
            <a:endParaRPr lang="en-US" sz="3200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73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r>
              <a:rPr lang="en-US" dirty="0" smtClean="0"/>
              <a:t> Faced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Presently the people use coins or paper money while operating the vending machines.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Due to this there arises a problem when the user does not seem to have exact change with him.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Vendors don’t come to know about the stock required in the vending machines when excess usage is done.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2488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Solutions :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smtClean="0"/>
              <a:t>Due to the problems faced by both the users and the vendors we propose the following solutions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Online (cashless) payments are available for the users for easy purchase of items.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Vendors are well informed about the stock management of the machine and they are also aware of the customers past transactions.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79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151" y="609600"/>
            <a:ext cx="8596668" cy="5201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This project consists of three </a:t>
            </a:r>
            <a:r>
              <a:rPr lang="en-US" sz="2800" dirty="0" smtClean="0"/>
              <a:t>phases-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b="1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sz="28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Firmware </a:t>
            </a:r>
            <a:r>
              <a:rPr lang="en-US" sz="2800" dirty="0" smtClean="0"/>
              <a:t>and hardware.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Cloud Communication.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Front end work.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1489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Architectural Design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463" y="1236372"/>
            <a:ext cx="8435661" cy="5428445"/>
          </a:xfrm>
        </p:spPr>
      </p:pic>
    </p:spTree>
    <p:extLst>
      <p:ext uri="{BB962C8B-B14F-4D97-AF65-F5344CB8AC3E}">
        <p14:creationId xmlns:p14="http://schemas.microsoft.com/office/powerpoint/2010/main" val="414353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Architectural Design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87132"/>
            <a:ext cx="8596668" cy="4354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1. Firmware </a:t>
            </a:r>
            <a:r>
              <a:rPr lang="en-US" b="1" dirty="0" smtClean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/>
              <a:t>This </a:t>
            </a:r>
            <a:r>
              <a:rPr lang="en-US" sz="1600" dirty="0" smtClean="0"/>
              <a:t>phase consists of the debugging, soldering of wires and working in .c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/>
              <a:t>Device </a:t>
            </a:r>
            <a:r>
              <a:rPr lang="en-US" sz="1600" dirty="0" smtClean="0"/>
              <a:t>drivers consists of Bluetooth Low Energy devices wherein we simulate  </a:t>
            </a:r>
          </a:p>
          <a:p>
            <a:pPr marL="0" indent="0">
              <a:buNone/>
            </a:pPr>
            <a:r>
              <a:rPr lang="en-US" sz="1600" dirty="0" smtClean="0"/>
              <a:t>      </a:t>
            </a:r>
            <a:r>
              <a:rPr lang="en-US" sz="1600" dirty="0" smtClean="0"/>
              <a:t>the </a:t>
            </a:r>
            <a:r>
              <a:rPr lang="en-US" sz="1600" dirty="0" smtClean="0"/>
              <a:t>beacons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/>
              <a:t>The </a:t>
            </a:r>
            <a:r>
              <a:rPr lang="en-US" sz="1600" dirty="0" smtClean="0"/>
              <a:t>motors </a:t>
            </a:r>
            <a:r>
              <a:rPr lang="en-US" sz="1600" dirty="0" smtClean="0"/>
              <a:t>(Stepper motor), </a:t>
            </a:r>
            <a:r>
              <a:rPr lang="en-US" sz="1600" dirty="0" smtClean="0"/>
              <a:t>LED’s are tested and debugged for use. </a:t>
            </a:r>
            <a:endParaRPr lang="en-US" sz="16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/>
              <a:t>The </a:t>
            </a:r>
            <a:r>
              <a:rPr lang="en-US" sz="1600" dirty="0" smtClean="0"/>
              <a:t>knit </a:t>
            </a:r>
            <a:r>
              <a:rPr lang="en-US" sz="1600" dirty="0" smtClean="0"/>
              <a:t>board (</a:t>
            </a:r>
            <a:r>
              <a:rPr lang="en-US" sz="1600" dirty="0" err="1" smtClean="0"/>
              <a:t>wifi</a:t>
            </a:r>
            <a:r>
              <a:rPr lang="en-US" sz="1600" dirty="0" smtClean="0"/>
              <a:t> enabled board</a:t>
            </a:r>
            <a:r>
              <a:rPr lang="en-US" sz="1600" dirty="0" smtClean="0"/>
              <a:t>) is installed in the </a:t>
            </a:r>
            <a:r>
              <a:rPr lang="en-US" sz="1600" dirty="0"/>
              <a:t>v</a:t>
            </a:r>
            <a:r>
              <a:rPr lang="en-US" sz="1600" dirty="0" smtClean="0"/>
              <a:t>ending machine through serial </a:t>
            </a:r>
            <a:r>
              <a:rPr lang="en-US" sz="1600" dirty="0" smtClean="0"/>
              <a:t>port interfacing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	</a:t>
            </a:r>
            <a:r>
              <a:rPr lang="en-US" sz="1600" dirty="0" smtClean="0"/>
              <a:t>The knit board is in turn connected to the Bluetooth Low Energy(BLE) using an </a:t>
            </a:r>
            <a:r>
              <a:rPr lang="en-US" sz="1600" dirty="0" smtClean="0"/>
              <a:t>AT protocol for interfacing .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   </a:t>
            </a:r>
          </a:p>
          <a:p>
            <a:pPr marL="0" indent="0">
              <a:buNone/>
            </a:pPr>
            <a:endParaRPr lang="en-US" sz="1600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39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Architectural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93919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Cloud Communication :</a:t>
            </a:r>
          </a:p>
          <a:p>
            <a:pPr marL="0" indent="0">
              <a:buNone/>
            </a:pPr>
            <a:r>
              <a:rPr lang="en-US" sz="1600" dirty="0"/>
              <a:t>AWS Platform for cloud communication  Message broker used(intermediary program)</a:t>
            </a:r>
          </a:p>
          <a:p>
            <a:pPr marL="0" indent="0">
              <a:buNone/>
            </a:pPr>
            <a:r>
              <a:rPr lang="en-US" sz="1600" dirty="0"/>
              <a:t>REST Protocol(runs on top HTTP)</a:t>
            </a:r>
          </a:p>
          <a:p>
            <a:pPr marL="0" indent="0">
              <a:buNone/>
            </a:pPr>
            <a:r>
              <a:rPr lang="en-US" sz="1600" dirty="0" err="1"/>
              <a:t>Mqtt</a:t>
            </a:r>
            <a:r>
              <a:rPr lang="en-US" sz="1600" dirty="0"/>
              <a:t> protocol : to publish and subscribe .</a:t>
            </a:r>
          </a:p>
          <a:p>
            <a:pPr marL="0" indent="0">
              <a:buNone/>
            </a:pPr>
            <a:r>
              <a:rPr lang="en-US" sz="1600" dirty="0"/>
              <a:t>https protocol to publish.</a:t>
            </a:r>
          </a:p>
          <a:p>
            <a:pPr marL="0" indent="0">
              <a:buNone/>
            </a:pPr>
            <a:r>
              <a:rPr lang="en-US" sz="1600" dirty="0" smtClean="0"/>
              <a:t>Both </a:t>
            </a:r>
            <a:r>
              <a:rPr lang="en-US" sz="1600" dirty="0"/>
              <a:t>protocols are supported through IPV4 and IPV6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Device updates.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Offline behavior.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Stockpiling.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Network failures.</a:t>
            </a:r>
            <a:r>
              <a:rPr lang="en-US" sz="1700" dirty="0"/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82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Architectural Design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00736"/>
            <a:ext cx="8596668" cy="38807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/>
              <a:t>REST API (HTTP protocol).</a:t>
            </a:r>
          </a:p>
          <a:p>
            <a:pPr marL="0" indent="0">
              <a:buNone/>
            </a:pPr>
            <a:r>
              <a:rPr lang="en-US" b="1" dirty="0" smtClean="0"/>
              <a:t>3 . Front end :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The frontend of the project will be made using </a:t>
            </a:r>
            <a:r>
              <a:rPr lang="en-US" sz="1600" dirty="0" err="1" smtClean="0"/>
              <a:t>ReactJS</a:t>
            </a:r>
            <a:r>
              <a:rPr lang="en-US" sz="1600" dirty="0" smtClean="0"/>
              <a:t> library.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It includes two parts namely: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/>
              <a:t>User part.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smtClean="0"/>
              <a:t>Vendor part.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1006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Hardware and Software Requirements :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900" dirty="0" smtClean="0"/>
              <a:t>Hardware used </a:t>
            </a:r>
            <a:r>
              <a:rPr lang="en-US" sz="1900" dirty="0" smtClean="0"/>
              <a:t>: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dirty="0" smtClean="0"/>
              <a:t>   </a:t>
            </a:r>
            <a:r>
              <a:rPr lang="en-US" sz="1900" dirty="0" smtClean="0"/>
              <a:t>Beacons</a:t>
            </a:r>
            <a:r>
              <a:rPr lang="en-US" sz="1900" dirty="0"/>
              <a:t>, </a:t>
            </a:r>
            <a:r>
              <a:rPr lang="en-US" sz="1900" dirty="0" smtClean="0"/>
              <a:t>vending machines, knit board(</a:t>
            </a:r>
            <a:r>
              <a:rPr lang="en-US" sz="1900" dirty="0" err="1" smtClean="0"/>
              <a:t>wifi</a:t>
            </a:r>
            <a:r>
              <a:rPr lang="en-US" sz="1900" dirty="0" smtClean="0"/>
              <a:t>-enabled </a:t>
            </a:r>
            <a:r>
              <a:rPr lang="en-US" sz="1900" dirty="0" smtClean="0"/>
              <a:t>micro</a:t>
            </a:r>
          </a:p>
          <a:p>
            <a:pPr marL="0" indent="0">
              <a:buNone/>
            </a:pPr>
            <a:r>
              <a:rPr lang="en-US" sz="1900" dirty="0" smtClean="0"/>
              <a:t>    controller</a:t>
            </a:r>
            <a:r>
              <a:rPr lang="en-US" sz="1900" dirty="0" smtClean="0"/>
              <a:t>),mobile phone , LCD display screen.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dirty="0" smtClean="0"/>
              <a:t>Software used </a:t>
            </a:r>
            <a:r>
              <a:rPr lang="en-US" sz="1900" dirty="0" smtClean="0"/>
              <a:t>: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</a:t>
            </a:r>
            <a:r>
              <a:rPr lang="en-US" sz="1900" dirty="0" smtClean="0"/>
              <a:t>Web </a:t>
            </a:r>
            <a:r>
              <a:rPr lang="en-US" sz="1900" dirty="0"/>
              <a:t>Bluetooth </a:t>
            </a:r>
            <a:r>
              <a:rPr lang="en-US" sz="1900" dirty="0" err="1" smtClean="0"/>
              <a:t>API,Linux,Eclipse</a:t>
            </a:r>
            <a:r>
              <a:rPr lang="en-US" sz="1900" dirty="0" smtClean="0"/>
              <a:t>(mars).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dirty="0" smtClean="0"/>
              <a:t>Platform used :</a:t>
            </a:r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dirty="0" smtClean="0"/>
              <a:t>   </a:t>
            </a:r>
            <a:r>
              <a:rPr lang="en-US" sz="1900" dirty="0" smtClean="0"/>
              <a:t> </a:t>
            </a:r>
            <a:r>
              <a:rPr lang="en-US" sz="1900" dirty="0" smtClean="0"/>
              <a:t>Amazon Web Services.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dirty="0" smtClean="0"/>
              <a:t>.c/</a:t>
            </a:r>
            <a:r>
              <a:rPr lang="en-US" sz="1900" dirty="0" err="1" smtClean="0"/>
              <a:t>cpp</a:t>
            </a:r>
            <a:r>
              <a:rPr lang="en-US" sz="1900" dirty="0" smtClean="0"/>
              <a:t> language is used on </a:t>
            </a:r>
            <a:r>
              <a:rPr lang="en-US" sz="1900" dirty="0"/>
              <a:t>vending machine for dealing with hardware </a:t>
            </a:r>
            <a:r>
              <a:rPr lang="en-US" sz="1900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dirty="0"/>
              <a:t>.</a:t>
            </a:r>
            <a:r>
              <a:rPr lang="en-US" sz="1900" dirty="0" err="1" smtClean="0"/>
              <a:t>js</a:t>
            </a:r>
            <a:r>
              <a:rPr lang="en-US" sz="1900" dirty="0" smtClean="0"/>
              <a:t> </a:t>
            </a:r>
            <a:r>
              <a:rPr lang="en-US" sz="1900" dirty="0"/>
              <a:t>on user phones which will handle the processing there and communication with the cloud </a:t>
            </a:r>
            <a:r>
              <a:rPr lang="en-US" sz="1900" dirty="0" smtClean="0"/>
              <a:t>.</a:t>
            </a:r>
            <a:endParaRPr lang="en-US" sz="19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3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State Diagram :</a:t>
            </a:r>
            <a:endParaRPr lang="en-US" sz="2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751" y="734096"/>
            <a:ext cx="6890197" cy="6123904"/>
          </a:xfrm>
        </p:spPr>
      </p:pic>
    </p:spTree>
    <p:extLst>
      <p:ext uri="{BB962C8B-B14F-4D97-AF65-F5344CB8AC3E}">
        <p14:creationId xmlns:p14="http://schemas.microsoft.com/office/powerpoint/2010/main" val="75757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 Flow: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We will have a Wi-Fi enabled board on the vending machines which will send beacons to the mobile phones having Bluetooth in their vicinity.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The user will receive a notification which will contain a URL flashed by the beacon on his cellphone along with suggestions for other products.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/>
              <a:t>The user will hence find and approach the vending machine and click on the desired product on his cellphone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11002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 flow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The transaction is carried out using the online payment gateways or mobile wallet and is recorded and stored in the cloud which is used for future transactions.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The vending machine then dispenses the product ordered by the user</a:t>
            </a:r>
            <a:r>
              <a:rPr lang="en-US" sz="2400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The vendor will have an updated list of the stock remaining in the cloud.</a:t>
            </a:r>
            <a:br>
              <a:rPr lang="en-US" sz="2400" dirty="0"/>
            </a:b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24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 flow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The transaction is carried out using the online payment gateways or mobile wallet and is recorded and stored in the cloud which is used for future transactions.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The vending machine then dispenses the product ordered by the user</a:t>
            </a:r>
            <a:r>
              <a:rPr lang="en-US" sz="2400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The vendor will have an updated list of the stock remaining in the cloud.</a:t>
            </a:r>
            <a:br>
              <a:rPr lang="en-US" sz="2400" dirty="0"/>
            </a:b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48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Conclusion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We hence conclude this presentation.</a:t>
            </a:r>
          </a:p>
          <a:p>
            <a:pPr marL="0" indent="0">
              <a:buNone/>
            </a:pPr>
            <a:r>
              <a:rPr lang="en-US" dirty="0" err="1" smtClean="0"/>
              <a:t>Thankyou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32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260</TotalTime>
  <Words>658</Words>
  <Application>Microsoft Office PowerPoint</Application>
  <PresentationFormat>Widescreen</PresentationFormat>
  <Paragraphs>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Trebuchet MS</vt:lpstr>
      <vt:lpstr>Wingdings</vt:lpstr>
      <vt:lpstr>Wingdings 3</vt:lpstr>
      <vt:lpstr>Facet</vt:lpstr>
      <vt:lpstr>The Physical Web with Vending Machine </vt:lpstr>
      <vt:lpstr>Contents : </vt:lpstr>
      <vt:lpstr>INTRODUCTION</vt:lpstr>
      <vt:lpstr>What is a vending machine?</vt:lpstr>
      <vt:lpstr>Problems Faced :</vt:lpstr>
      <vt:lpstr>Solutions : </vt:lpstr>
      <vt:lpstr>PowerPoint Presentation</vt:lpstr>
      <vt:lpstr>Architectural Design </vt:lpstr>
      <vt:lpstr>Architectural Design </vt:lpstr>
      <vt:lpstr>Architectural Design</vt:lpstr>
      <vt:lpstr>Architectural Design</vt:lpstr>
      <vt:lpstr>Hardware and Software Requirements :</vt:lpstr>
      <vt:lpstr>State Diagram :</vt:lpstr>
      <vt:lpstr>Work Flow:</vt:lpstr>
      <vt:lpstr>Work flow :</vt:lpstr>
      <vt:lpstr>Work flow :</vt:lpstr>
      <vt:lpstr>Conclusion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PHYSICAL WEB THROUGH A VENDING MACHINE</dc:title>
  <dc:creator>Ranade 153</dc:creator>
  <cp:lastModifiedBy>Ranade 153</cp:lastModifiedBy>
  <cp:revision>122</cp:revision>
  <dcterms:created xsi:type="dcterms:W3CDTF">2016-09-02T08:13:20Z</dcterms:created>
  <dcterms:modified xsi:type="dcterms:W3CDTF">2016-10-05T16:50:28Z</dcterms:modified>
</cp:coreProperties>
</file>